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216FD-93FD-4C35-9057-FB2BC4E1A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BD35E6-46E4-6D53-361D-95D138068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718FD8-3CD4-5B5C-C1BE-42385E5E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E9DAD-E110-BE94-AA05-1D82649E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27B88-C0A4-85D7-9541-AB78E581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8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9C998-4A2D-4B29-B429-1777CF64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1F4B0-B3D6-67B9-D089-B26555DF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4F918-3454-32EC-6E6C-0554B9A0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637DB-2ED0-6F28-68C9-D735ECD8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467811-D6AC-F365-031B-AC522605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6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28D1E-25A0-E8F6-376A-20301C29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CC2183-6248-AA97-393A-DE4266643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83CEF-CD4F-B679-C07D-58B16268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6276A-7FC4-22DE-45AB-4D086865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1C5A6-6D2D-2E8E-B5A1-5449C740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82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8FFFB-96B3-5A34-3C0A-147191DB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AFF5A-1627-0F1D-93F2-4B13165FC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576C28-F1A2-DFF7-699E-332AF6256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D6531F-EBC1-5452-8054-58EBAA1C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687BE-388D-6F0E-6214-9D6C1BC6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0B6A89-BA33-84C7-05C8-48684974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2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8AE2E-D26F-8CB6-5C3F-11589A07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8DBE3F-BB56-5824-66DF-CD5BD5624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1CFD91-A263-223E-0598-B59E91039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A0C4AE-0A1A-7DD2-99CD-FAE7280F9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7CBFC9-BAFA-2295-DC11-D42BC08BD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72A4F9-D269-9A52-900F-F5B079B3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3ED25D-7CA7-2C3E-4EE0-11AFFBB3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5CF271-B238-8B84-44E5-74D7BFB2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9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317DD-5565-DD81-F344-D9FFBB4E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BE89CA-755F-819A-376E-023DD3F9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40F286-6328-1E45-20F4-545C3681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E03498-8851-0443-57C0-3709BA6D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34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088C88-064A-BA4D-15E8-AC58E2C5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76B88C-A56D-C0F4-3BD5-B8DE01A3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FEF907-E13F-41D5-7A82-19C2E775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02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6643D-A1C0-CBBD-812D-7D6D82D4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830B60-E43A-83BF-2558-F633EA43A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0D7D53-23A4-4432-851C-F58F8E5B3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FF4511-EFF2-0DB9-6512-8DA357F7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4E7D70-9628-6421-0BFB-D7906530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894ED4-ADDD-AEA1-5C01-0162A584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6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1E16B-A3E0-B8B9-C0A9-BECE5C97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17CAEF-E693-DC53-8A0B-34D74FFD9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DAB9B6-91A7-75F1-8A52-EAC13F9CE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A4CEF-70FC-806E-9091-55B3727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35050-6BA2-73B8-A09A-A0BC31DE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4B8A40-7222-FACD-2115-2667889A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61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48816-EE56-606E-231B-D5E3A5CB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487B2B-20B6-E6E4-A55D-19EB629C1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6C059D-8832-1DC8-1237-C3AEA148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57943-6071-36FD-99FB-0F3E6CB3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FFB8C-B81D-6A38-A2FA-5E29B2C8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72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3B45CF-5F60-7268-CD97-CAA887555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D36226-EA46-5474-35D4-B545F6A91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523C5A-6031-69BF-E632-F28E432C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550BAB-4B65-40C4-E7DC-09ED3667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E65FB-6380-F76B-FD45-74BB2990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91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A05382-9DDD-515E-C99B-F6D341D4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4BD3FE-520A-6066-1B99-AC7812DA2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7A70C-1CA0-EA22-081A-1A7FED4B1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3561F-C134-406D-A1A4-D428A379260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1EEBD-5E46-5C30-F8CA-D16DE8065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100F5-E63B-A0A8-9531-4C6362CEB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AFB30-476F-4862-83DF-D629FD890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52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D4FF5C3-A9BA-5A43-D0DB-5FB394F0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490" y="212894"/>
            <a:ext cx="5172353" cy="64322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6246D1C-F08C-20B9-81D2-EC63AABC7C8F}"/>
              </a:ext>
            </a:extLst>
          </p:cNvPr>
          <p:cNvSpPr txBox="1"/>
          <p:nvPr/>
        </p:nvSpPr>
        <p:spPr>
          <a:xfrm>
            <a:off x="1268643" y="33535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baseline="0" dirty="0">
                <a:latin typeface="SalesforceSans-Bold"/>
              </a:rPr>
              <a:t>Coral Cloud Resort FAQs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853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户外, 度假村&#10;&#10;AI 生成的内容可能不正确。">
            <a:extLst>
              <a:ext uri="{FF2B5EF4-FFF2-40B4-BE49-F238E27FC236}">
                <a16:creationId xmlns:a16="http://schemas.microsoft.com/office/drawing/2014/main" id="{94B04D2A-52F7-644C-91B8-10B961AEB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2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EB02-FE26-CB91-7B76-06DFE7F62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3931C4B-BD2B-3A7A-670C-434722111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56092"/>
              </p:ext>
            </p:extLst>
          </p:nvPr>
        </p:nvGraphicFramePr>
        <p:xfrm>
          <a:off x="2032000" y="71966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95167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504355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854474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461775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31037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品牌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型号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价格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操作系统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内存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1876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三星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Galaxy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安卓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457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苹果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Iphone pro max 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IOS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65543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华为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Meta 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鸿蒙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0505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小米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pro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安卓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7302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66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</Words>
  <Application>Microsoft Office PowerPoint</Application>
  <PresentationFormat>宽屏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SalesforceSans-Bold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Petit Emmanuel</dc:creator>
  <cp:lastModifiedBy>Petit Emmanuel</cp:lastModifiedBy>
  <cp:revision>3</cp:revision>
  <dcterms:created xsi:type="dcterms:W3CDTF">2025-07-14T03:00:08Z</dcterms:created>
  <dcterms:modified xsi:type="dcterms:W3CDTF">2025-07-14T12:19:06Z</dcterms:modified>
</cp:coreProperties>
</file>